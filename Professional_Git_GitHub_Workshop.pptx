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Welcome and set expectations.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Review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Ask audience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Explain add and commit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Ask participants to predict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Compare good and bad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Walk through real team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Show GitHub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Demonstrate synchronization.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Explain isolated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Discuss conflicts.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Role play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Let attendees perform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Summarize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Capstone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Notes: Close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D4"/>
                </a:solidFill>
              </a:rPr>
              <a:t>Git &amp; GitHub Interactive Workshop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Modern hands-on training for beginners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fundamentals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Repositories &amp; commits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GitHub collaboration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Branches &amp; PRs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Quiz &amp; challenge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Version Control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Many file versions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Lost work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Difficult collaboration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No audit trail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Git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914400"/>
          </a:xfrm>
          <a:prstGeom prst="roundRect">
            <a:avLst/>
          </a:prstGeom>
          <a:solidFill>
            <a:srgbClr val="DFF6D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Working Directory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0" y="1554480"/>
            <a:ext cx="914400" cy="457200"/>
          </a:xfrm>
          <a:prstGeom prst="chevron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840480" y="1371600"/>
            <a:ext cx="1828800" cy="914400"/>
          </a:xfrm>
          <a:prstGeom prst="roundRect">
            <a:avLst/>
          </a:prstGeom>
          <a:solidFill>
            <a:srgbClr val="FFF4CE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1691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Staging Area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914400" cy="457200"/>
          </a:xfrm>
          <a:prstGeom prst="chevron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6949440" y="1371600"/>
            <a:ext cx="2194560" cy="914400"/>
          </a:xfrm>
          <a:prstGeom prst="roundRect">
            <a:avLst/>
          </a:prstGeom>
          <a:solidFill>
            <a:srgbClr val="CFE8F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1691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Repository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Activity 1: Initialize Git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mkdir git-workshop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cd git-workshop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init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status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Activity 2: Track Changes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Create file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status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add 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Observe staging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Activity 3: Commit Changes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commit -m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Meaningful messages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log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Commit history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Git Workflow Graphic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371600" cy="64008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Code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828800" y="1965960"/>
            <a:ext cx="457200" cy="274320"/>
          </a:xfrm>
          <a:prstGeom prst="chevron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377440" y="1828800"/>
            <a:ext cx="1371600" cy="64008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20116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Add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49040" y="1965960"/>
            <a:ext cx="457200" cy="274320"/>
          </a:xfrm>
          <a:prstGeom prst="chevron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297680" y="1828800"/>
            <a:ext cx="1371600" cy="64008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0116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Commit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669280" y="1965960"/>
            <a:ext cx="457200" cy="274320"/>
          </a:xfrm>
          <a:prstGeom prst="chevron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217920" y="1828800"/>
            <a:ext cx="1371600" cy="64008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116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Push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589520" y="1965960"/>
            <a:ext cx="457200" cy="274320"/>
          </a:xfrm>
          <a:prstGeom prst="chevron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8138160" y="1828800"/>
            <a:ext cx="1371600" cy="64008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116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PR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509760" y="1965960"/>
            <a:ext cx="457200" cy="274320"/>
          </a:xfrm>
          <a:prstGeom prst="chevron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10058400" y="1828800"/>
            <a:ext cx="1371600" cy="64008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0" y="201168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Merge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GitHub Basics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Remote repositories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Backup code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Collaboration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Portfolio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Push &amp; Pull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remote add origin URL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push origin main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pull origin main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Sync changes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Branching Illustration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main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188720"/>
            <a:ext cx="1828800" cy="109728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2103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feature-login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1828800" cy="-109728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Merge 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Combine branch changes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Keep main stable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Resolve conflicts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Review before merge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Pull Requests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Code reviews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Comments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Approvals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Merge after review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Interactive Exercise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Create branch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Add feature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Commit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Merge back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Quiz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Which command initializes a repo?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 add B init C push D merge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Quiz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What does git commit create?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 Snapshot B Folder C Branch D Server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Quiz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Which command uploads code?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 pull B push C log D status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Best Practices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Commit often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Use branches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Review code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Write clear messages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Hands-On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Initialize repo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Create branch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Commit updates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Merge changes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Q&amp;A and Resources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 docs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GitHub Skills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Practice daily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M365 Copilot</dc:creator>
  <lastModifiedBy>M365 Copilot</lastModifiedBy>
  <revision>1</revision>
  <dcterms:created xsi:type="dcterms:W3CDTF">2026-09-23T07:53:05.8096782Z</dcterms:created>
  <dcterms:modified xsi:type="dcterms:W3CDTF">2026-09-23T07:53:05.8096782Z</dcterms:modified>
</coreProperties>
</file>